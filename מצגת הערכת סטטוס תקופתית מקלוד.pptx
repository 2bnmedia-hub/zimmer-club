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8B691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6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zimmer.club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דו"ח אבחון מקצועי — UX/UI · SEO · אבטחה · שיווק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מקיף של מצב האתר, ביחס למתחרים, והמלצות לשיפור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92608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8B6914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292608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8B6914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UX/UI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292608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8B6914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אבטחה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92608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8B6914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שיווק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יוני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סיכום מנהלים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ותקינות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05156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1600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4884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05156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0" y="1600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84048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105156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1600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53212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אבטחה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05156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1600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2376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שיווק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ציון כולל: 58/100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בסיס טכני טוב — Next.js 16, Supabase, Vercel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76732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עיצוב נאה עם זהות ויזואלית עקבית (זהב + קרם)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01421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פילטור חיפוש חלקי — אי-התאמות בין ערכי DB לקריטריוני סינון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26110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SEO חלש — חסרים meta tags, structured data, sitemap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5079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דפים ריקים (camping, hotels, deals) פוגעים באמינות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754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אבטחה בינונית — RLS קיים אך חסרה הגנות נוספות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קוד ותקינות טכנית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0" cy="3749040"/>
          </a:xfrm>
          <a:prstGeom prst="roundRect">
            <a:avLst>
              <a:gd name="adj" fmla="val 2927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מה עובד טוב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 מודרני: Next.js 16, TypeScript, Tailwind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842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עם RLS על רוב הטבלאות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140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Vercel deployment אוטומטי מ-GitHub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4378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Slug URLs נקיים לנכסים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ProfileContext לסנכרון real-time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QR Code לכל נכס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330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middleware.ts להגנת נתיבים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בעיות שזוהו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 error ב-.next/types/validator.ts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9842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דפים ריקים: camping, hotels, deals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4140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אי-התאמה region values בין DB לקוד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8437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PROPERTY_TYPES לא מסונכרן בכל הדפים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2735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useEffect missing dependencies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703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console.log שנשאר בקוד production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133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import REGIONS שלא בשימוש בעריכת נכס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🔎 מנוע חיפוש ופילטור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0" cy="713232"/>
          </a:xfrm>
          <a:prstGeom prst="roundRect">
            <a:avLst>
              <a:gd name="adj" fmla="val 10256"/>
            </a:avLst>
          </a:prstGeom>
          <a:solidFill>
            <a:srgbClr val="DC2626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קריטי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0515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ערכי אזור לא תואמים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35331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SearchBar שולח "הצפון" אך DB מכיל "north" — אפס תוצאות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01368"/>
            <a:ext cx="1097280" cy="713232"/>
          </a:xfrm>
          <a:prstGeom prst="roundRect">
            <a:avLst>
              <a:gd name="adj" fmla="val 10256"/>
            </a:avLst>
          </a:prstGeom>
          <a:solidFill>
            <a:srgbClr val="DC262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01368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קריטי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184708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קטגוריות קהל יעד שבורות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1488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דף הבית שולח category=romantic אך Supabase מחפש בעמודת category ולא ב-amenities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96896"/>
            <a:ext cx="1097280" cy="713232"/>
          </a:xfrm>
          <a:prstGeom prst="roundRect">
            <a:avLst>
              <a:gd name="adj" fmla="val 10256"/>
            </a:avLst>
          </a:prstGeom>
          <a:solidFill>
            <a:srgbClr val="D97706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96896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גבוה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264261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תאריכים לא מסוננים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29443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check_in/check_out עוברים ב-URL אך לא השפיעו על תוצאות החיפוש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92424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92424"/>
            <a:ext cx="1097280" cy="713232"/>
          </a:xfrm>
          <a:prstGeom prst="roundRect">
            <a:avLst>
              <a:gd name="adj" fmla="val 10256"/>
            </a:avLst>
          </a:prstGeom>
          <a:solidFill>
            <a:srgbClr val="D97706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392424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גבוה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343814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ATTRACTIONS_MENU מפנה ל-404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373989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קישורי אטרקציות הובילו לדף /attractions שלא היה קיים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87952"/>
            <a:ext cx="1097280" cy="713232"/>
          </a:xfrm>
          <a:prstGeom prst="roundRect">
            <a:avLst>
              <a:gd name="adj" fmla="val 10256"/>
            </a:avLst>
          </a:prstGeom>
          <a:solidFill>
            <a:srgbClr val="64748B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187952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בינוני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423367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חיפוש 'סופ"ש הקרוב' לא פעיל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200" y="453542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הלוגיקה לא חושבת תאריכים אוטומטית מול blocked_dates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 SEO — מצב קריטי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הוא אחת הנקודות החלשות ביותר — האתר כמעט בלתי נראה למנועי חיפוש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חסר metadata מלא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פתרון: הוסף title, description, og:image לכל דף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אין sitemap.xml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79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פתרון: צור sitemap דינמי ל-/[slug] מ-Supabase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246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אין robots.txt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547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פתרון: הוסף robots.txt עם Sitemap URL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06908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אין Schema.org Structured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416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פתרון: הוסף JSON-LD: LodgingBusiness לכל נכס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🟠 דפים ריקים מאינדקסים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810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פתרון: הוסף noindex לדפי 'בבנייה' או מלא אותם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🟠 אין Canonical URLs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679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פתרון: הגדר canonical לדפים עם פרמטרים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2004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246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🟠 תמונות ללא alt text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547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פתרון: הוסף alt לכל &lt;img&gt; עם שם הנכס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406908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🟡 Core Web Vitals לא נמדדו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416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פתרון: הרץ Lighthouse audit וטפל ב-LCP/CLS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🎨 UX/UI — ניתוח חוויית משתמש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חוזקות UX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זהות ויזואלית עקבית (זהב, קרם, חום)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Ken Burns בדף הבית — מרשים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כרטיסי נכס עם hover effects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תפריט מגה-מנו מקצועי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RTL מלא — תמיכה בעברית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חולשות UX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אופטימיזציה למובייל חסרה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דפי 'בבנייה' פוגעים באמינות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057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אין skeleton loading בנכסים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331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 'הזמן עכשיו' — alert() בלבד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חסרה מערכת ביקורות פעילה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154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המלצות UX/UI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547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הוסף מפת Google אינטראקטיבית לדף חיפוש עם pins לנכסים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8496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הוסף גלריה מהירה (lightbox) לתמונות נכס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1513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הוסף 'נכסים דומים' בתחתית דף נכס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547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הוסף badge 'פופולרי' / 'חדש' לכרטיסי נכס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8496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הוסף progress indicator בהקמת נכס (3 שלבים)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אבטחה — ניתוח מצב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טוב  Authentication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עם JWT — מאובטח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56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חלקי  Row Level Security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על properties ו-avatars, חסר על blocked_dates, bookings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615184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660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חלקי  Storage Buckets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962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property-images ו-avatars קיימים, RLS policies נוספו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19856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4655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חלקי  Input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767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בצד client בלבד, חסרה server-side 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224528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270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מוגן  SQL Injection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ב-Supabase SDK — מגן מפני SQL injection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סיכון  XSS Protection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חסר sanitization על תוכן שמוזן על ידי משתמשים (תיאורים)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810512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856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חסר  CORS &amp; Headers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157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חסרים security headers: CSP, X-Frame-Options, HSTS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15184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2660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חסר  Rate Limiting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962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הגבלת קצב על API calls — חשוף ל-abuse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19856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34655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טוב  Secrets Management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767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מפתחות Supabase ב-env variables, לא בקוד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4224528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1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4270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טוב  Admin Authorization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role='admin' לפני גישה לפעולות רגישות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ביחס למתחרים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05740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פיצ'ר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005840"/>
            <a:ext cx="205740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zimmer.club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205740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zimmer.co.il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12280" y="1005840"/>
            <a:ext cx="205740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38988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3898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עיצוב ויזואלי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1389888"/>
            <a:ext cx="2057400" cy="3474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3898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3898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138988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3898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175564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7556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חיפוש לפי תאריכים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1755648"/>
            <a:ext cx="2057400" cy="3474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3" name="Text 21"/>
          <p:cNvSpPr/>
          <p:nvPr/>
        </p:nvSpPr>
        <p:spPr>
          <a:xfrm>
            <a:off x="2514600" y="17556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חלקי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75564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7556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12280" y="175564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17556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12140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1214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 ביקורות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14600" y="2121408"/>
            <a:ext cx="2057400" cy="3474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1" name="Text 29"/>
          <p:cNvSpPr/>
          <p:nvPr/>
        </p:nvSpPr>
        <p:spPr>
          <a:xfrm>
            <a:off x="2514600" y="21214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חסר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12140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21214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212140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21214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48716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24871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מפה אינטראקטיבית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14600" y="2487168"/>
            <a:ext cx="2057400" cy="3474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9" name="Text 37"/>
          <p:cNvSpPr/>
          <p:nvPr/>
        </p:nvSpPr>
        <p:spPr>
          <a:xfrm>
            <a:off x="2514600" y="24871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סטטי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248716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24871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12280" y="248716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43" name="Text 41"/>
          <p:cNvSpPr/>
          <p:nvPr/>
        </p:nvSpPr>
        <p:spPr>
          <a:xfrm>
            <a:off x="6812280" y="24871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28529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מובייל אופטימיזציה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14600" y="2852928"/>
            <a:ext cx="2057400" cy="3474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7" name="Text 45"/>
          <p:cNvSpPr/>
          <p:nvPr/>
        </p:nvSpPr>
        <p:spPr>
          <a:xfrm>
            <a:off x="2514600" y="28529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חלקי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285292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663440" y="28529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12280" y="285292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812280" y="28529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321868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32186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14600" y="3218688"/>
            <a:ext cx="2057400" cy="3474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5" name="Text 53"/>
          <p:cNvSpPr/>
          <p:nvPr/>
        </p:nvSpPr>
        <p:spPr>
          <a:xfrm>
            <a:off x="2514600" y="32186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חלש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63440" y="321868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32186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12280" y="321868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59" name="Text 57"/>
          <p:cNvSpPr/>
          <p:nvPr/>
        </p:nvSpPr>
        <p:spPr>
          <a:xfrm>
            <a:off x="6812280" y="32186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358444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35844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לנכסים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514600" y="3584448"/>
            <a:ext cx="2057400" cy="3474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63" name="Text 61"/>
          <p:cNvSpPr/>
          <p:nvPr/>
        </p:nvSpPr>
        <p:spPr>
          <a:xfrm>
            <a:off x="2514600" y="35844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ייחודי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663440" y="358444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663440" y="35844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חסר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812280" y="358444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6812280" y="35844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חסר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65760" y="395020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39502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שובר מילואים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514600" y="3950208"/>
            <a:ext cx="2057400" cy="3474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71" name="Text 69"/>
          <p:cNvSpPr/>
          <p:nvPr/>
        </p:nvSpPr>
        <p:spPr>
          <a:xfrm>
            <a:off x="2514600" y="39502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ייחודי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663440" y="395020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73" name="Text 71"/>
          <p:cNvSpPr/>
          <p:nvPr/>
        </p:nvSpPr>
        <p:spPr>
          <a:xfrm>
            <a:off x="4663440" y="39502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חסר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812280" y="395020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75" name="Text 73"/>
          <p:cNvSpPr/>
          <p:nvPr/>
        </p:nvSpPr>
        <p:spPr>
          <a:xfrm>
            <a:off x="6812280" y="39502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חסר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65760" y="431596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365760" y="43159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נקיים (slug)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514600" y="4315968"/>
            <a:ext cx="2057400" cy="3474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79" name="Text 77"/>
          <p:cNvSpPr/>
          <p:nvPr/>
        </p:nvSpPr>
        <p:spPr>
          <a:xfrm>
            <a:off x="2514600" y="43159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663440" y="431596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4663440" y="43159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812280" y="4315968"/>
            <a:ext cx="2057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6812280" y="43159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365760" y="468172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85" name="Text 83"/>
          <p:cNvSpPr/>
          <p:nvPr/>
        </p:nvSpPr>
        <p:spPr>
          <a:xfrm>
            <a:off x="365760" y="46817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514600" y="4681728"/>
            <a:ext cx="2057400" cy="3474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87" name="Text 85"/>
          <p:cNvSpPr/>
          <p:nvPr/>
        </p:nvSpPr>
        <p:spPr>
          <a:xfrm>
            <a:off x="2514600" y="46817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בפיתוח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663440" y="468172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89" name="Text 87"/>
          <p:cNvSpPr/>
          <p:nvPr/>
        </p:nvSpPr>
        <p:spPr>
          <a:xfrm>
            <a:off x="4663440" y="46817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מלא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812280" y="4681728"/>
            <a:ext cx="2057400" cy="347472"/>
          </a:xfrm>
          <a:prstGeom prst="rect">
            <a:avLst/>
          </a:prstGeom>
          <a:solidFill>
            <a:srgbClr val="F1F0EE"/>
          </a:solidFill>
          <a:ln/>
        </p:spPr>
      </p:sp>
      <p:sp>
        <p:nvSpPr>
          <p:cNvPr id="91" name="Text 89"/>
          <p:cNvSpPr/>
          <p:nvPr/>
        </p:nvSpPr>
        <p:spPr>
          <a:xfrm>
            <a:off x="6812280" y="46817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חסר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zimmer.club מציע פיצ'רים ייחודיים (QR, מילואים) אך פיגור בתשתיות בסיסיות (SEO, ביקורות, מובייל)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המלצות שיווק ו-Growth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SEO Content Strategy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כתוב מדריכים: 'צימרים עם בריכה בגליל'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293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דפי landing לכל אזור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225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בלוג עם תוכן על יעדים בישראל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📱 WhatsApp Marketing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הפעל CallMeBot API (כבר בתכנון)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9293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הודעות אוטומטיות לבעלי נכסים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3225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שיתוף נכסים ב-WhatsApp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127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Social Proof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47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הפעל מערכת ביקורות (כבר בבנייה)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410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הצג דירוגים בכרטיסי נכס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34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הוסף תגיות 'מומלץ' ו'פופולרי'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D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127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🤝 שיתופי פעולה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547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שובר מילואים — שתף עם ארגוני מילואים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9410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קמפינג + צימר — bundle deals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334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אטרקציות + לינה — חבילות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יעד: 100 נכסים פעילים תוך 6 חודשים | 1,000 הזמנות בשנה הראשונה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🗺️ מפת דרכים — סדר עדיפויות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שלב 1 — שבועיים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תקן SEO בסיסי (meta, sitemap, robots)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תקן TypeScript errors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הפעל WhatsApp (CallMeBot)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תקן פילטור חיפוש מלא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0584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שלב 2 — חודש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600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בנה דפי camping, hotels, deals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הפעל מערכת ביקורות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1546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מפה אינטראקטיבית בחיפוש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9319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אופטימיזציה מובייל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שלב 3 — 2-3 חודשים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600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מערכת הזמנות מלאה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3774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Security headers + Rate limiting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1546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Schema.org Structured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9319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Content marketing + בלוג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8B6914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6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zimmer.club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הפוטנציאל גבוה — הביצוע צריך להשתפר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האתר מציג זהות חזקה, רעיון שיווקי ייחודי ותשתית טכנית מוצקה.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הצעד הבא: SEO, ביקורות, ומובייל — ואתה מוכן להתחרות.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6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דפים פעילים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לתיקון דחוף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6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3464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בעיות SEO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לתיקון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6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פיצ'רים ייחודיים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לשמר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6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67512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חודשים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להכשיר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הוכן על ידי Claude · zimmer.club · יוני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zimmer.club — דו"ח אבחון מקצועי</dc:title>
  <dc:subject>PptxGenJS Presentation</dc:subject>
  <dc:creator>PptxGenJS</dc:creator>
  <cp:lastModifiedBy>PptxGenJS</cp:lastModifiedBy>
  <cp:revision>1</cp:revision>
  <dcterms:created xsi:type="dcterms:W3CDTF">2026-06-09T02:55:31Z</dcterms:created>
  <dcterms:modified xsi:type="dcterms:W3CDTF">2026-06-09T02:55:31Z</dcterms:modified>
</cp:coreProperties>
</file>