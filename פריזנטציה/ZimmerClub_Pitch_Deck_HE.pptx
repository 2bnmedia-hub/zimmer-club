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Zimmer.club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העתיד של גילוי והזמנת חופשות בישראל</a:t>
            </a:r>
          </a:p>
          <a:p>
            <a:r>
              <a:t>Discover • Match • 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הבעיה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מציאת חופשה הפכה למסע מתיש: עשרות אתרים, מאות נכסים ועומס מידע.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הזדמנות השוק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שוק התיירות המקומית בישראל מגלגל מיליארדי שקלים בשנה וממשיך לצמוח.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הפתרון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Concierge שמבין את המשתמש בשפה טבעית ומאתר עבורו את החופשה המתאימה ביותר.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איך זה עובד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המשתמש מדבר או כותב</a:t>
            </a:r>
          </a:p>
          <a:p>
            <a:r>
              <a:t>2. AI מנתח את הכוונה</a:t>
            </a:r>
          </a:p>
          <a:p>
            <a:r>
              <a:t>3. התאמה לנכסים וזמינות</a:t>
            </a:r>
          </a:p>
          <a:p>
            <a:r>
              <a:t>4. הצגת הדילים הטובים ביותר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למה עכשיו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מהפכת ה-AI, שינוי בהרגלי צריכה וציפייה לחוויות מותאמות אישית.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הבידול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שילוב בין UX ברמת Booking, השראה בסגנון Weekend ו-AI Concierge חכם.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השוואה למתחרים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Booking = הזמנות</a:t>
            </a:r>
          </a:p>
          <a:p>
            <a:r>
              <a:t>Weekend = השראה</a:t>
            </a:r>
          </a:p>
          <a:p>
            <a:r>
              <a:t>Zimmer.club = הבנה + התאמה + הזמנה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מודל עסקי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מסלולי פרסום, קידום נכסים, עמלות הזמנה ושירותי AI לבעלי נכסים.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 To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SEO, תוכן, רשתות חברתיות, שיתופי פעולה עם בעלי מתחמים ומשפיענים.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יתרון תחרותי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מנוע התאמה חכם, דאטה איכותי, UX מתקדם ומותג חדשני.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 השקה</a:t>
            </a:r>
          </a:p>
          <a:p>
            <a:r>
              <a:t>2027 Voice AI</a:t>
            </a:r>
          </a:p>
          <a:p>
            <a:r>
              <a:t>2028 מנוע המלצות חכם</a:t>
            </a:r>
          </a:p>
          <a:p>
            <a:r>
              <a:t>2029 התרחבות אזורית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תחזית עסקית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הגדלת מאגר הנכסים, הגדלת שיעורי ההמרה והכנסות חוזרות.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צוות וחזון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לבנות את שכבת האינטליגנציה החדשה של עולם החופשות בישראל.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בקשת השקעה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גיוס להאצת פיתוח AI, שיווק, גיוס נכסים והתרחבות לשוק.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