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9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Zimmer.club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העתיד</a:t>
            </a:r>
            <a:r>
              <a:rPr dirty="0"/>
              <a:t> של </a:t>
            </a:r>
            <a:r>
              <a:rPr dirty="0" err="1"/>
              <a:t>גילוי</a:t>
            </a:r>
            <a:r>
              <a:rPr dirty="0"/>
              <a:t> </a:t>
            </a:r>
            <a:r>
              <a:rPr dirty="0" err="1"/>
              <a:t>והזמנת</a:t>
            </a:r>
            <a:r>
              <a:rPr dirty="0"/>
              <a:t> </a:t>
            </a:r>
            <a:r>
              <a:rPr dirty="0" err="1"/>
              <a:t>חופשות</a:t>
            </a:r>
            <a:r>
              <a:rPr dirty="0"/>
              <a:t> </a:t>
            </a:r>
            <a:r>
              <a:rPr dirty="0" err="1"/>
              <a:t>בישראל</a:t>
            </a:r>
            <a:endParaRPr dirty="0"/>
          </a:p>
          <a:p>
            <a:r>
              <a:rPr dirty="0"/>
              <a:t>Discover • Match • 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הבעיה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מציאת חופשה הפכה למסע מתיש: עשרות אתרים, מאות נכסים ועומס מידע.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הזדמנות השוק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שוק התיירות המקומית בישראל מגלגל מיליארדי שקלים בשנה וממשיך לצמוח.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הפתרון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Concierge שמבין את המשתמש בשפה טבעית ומאתר עבורו את החופשה המתאימה ביותר.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איך זה עובד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המשתמש מדבר או כותב</a:t>
            </a:r>
          </a:p>
          <a:p>
            <a:r>
              <a:t>2. AI מנתח את הכוונה</a:t>
            </a:r>
          </a:p>
          <a:p>
            <a:r>
              <a:t>3. התאמה לנכסים וזמינות</a:t>
            </a:r>
          </a:p>
          <a:p>
            <a:r>
              <a:t>4. הצגת הדילים הטובים ביותר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למה עכשיו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מהפכת ה-AI, שינוי בהרגלי צריכה וציפייה לחוויות מותאמות אישית.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הבידול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שילוב בין UX ברמת Booking, השראה בסגנון Weekend ו-AI Concierge חכם.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השוואה למתחרים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= הזמנות</a:t>
            </a:r>
          </a:p>
          <a:p>
            <a:r>
              <a:t>Weekend = השראה</a:t>
            </a:r>
          </a:p>
          <a:p>
            <a:r>
              <a:t>Zimmer.club = הבנה + התאמה + הזמנה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מודל עסקי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מסלולי פרסום, קידום נכסים, עמלות הזמנה ושירותי AI לבעלי נכסים.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SEO, תוכן, רשתות חברתיות, שיתופי פעולה עם בעלי מתחמים ומשפיענים.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יתרון תחרותי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מנוע התאמה חכם, דאטה איכותי, UX מתקדם ומותג חדשני.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 </a:t>
            </a:r>
            <a:r>
              <a:rPr dirty="0"/>
              <a:t>2026 </a:t>
            </a:r>
            <a:r>
              <a:rPr dirty="0" err="1"/>
              <a:t>השקה</a:t>
            </a:r>
            <a:endParaRPr dirty="0"/>
          </a:p>
          <a:p>
            <a:pPr algn="r" rtl="1"/>
            <a:r>
              <a:rPr dirty="0"/>
              <a:t>2027 Voice AI</a:t>
            </a:r>
          </a:p>
          <a:p>
            <a:pPr algn="r" rtl="1"/>
            <a:r>
              <a:rPr lang="he-IL" dirty="0"/>
              <a:t>2027 </a:t>
            </a:r>
            <a:r>
              <a:rPr dirty="0"/>
              <a:t> </a:t>
            </a:r>
            <a:r>
              <a:rPr dirty="0" err="1"/>
              <a:t>מנוע</a:t>
            </a:r>
            <a:r>
              <a:rPr dirty="0"/>
              <a:t> </a:t>
            </a:r>
            <a:r>
              <a:rPr dirty="0" err="1"/>
              <a:t>המלצות</a:t>
            </a:r>
            <a:r>
              <a:rPr dirty="0"/>
              <a:t> </a:t>
            </a:r>
            <a:r>
              <a:rPr dirty="0" err="1"/>
              <a:t>חכם</a:t>
            </a:r>
            <a:endParaRPr dirty="0"/>
          </a:p>
          <a:p>
            <a:pPr algn="r" rtl="1"/>
            <a:r>
              <a:rPr lang="he-IL" dirty="0"/>
              <a:t>2028 </a:t>
            </a:r>
            <a:r>
              <a:rPr dirty="0" err="1"/>
              <a:t>התרחבות</a:t>
            </a:r>
            <a:r>
              <a:rPr dirty="0"/>
              <a:t> </a:t>
            </a:r>
            <a:r>
              <a:rPr dirty="0" err="1"/>
              <a:t>אזורית</a:t>
            </a:r>
            <a:r>
              <a:rPr lang="he-IL" dirty="0"/>
              <a:t> והכפלת גיוס (לפי גרף שנבנה </a:t>
            </a:r>
            <a:r>
              <a:rPr lang="he-IL"/>
              <a:t>בנספח בנפרד)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תחזית עסקית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הגדלת מאגר הנכסים, הגדלת שיעורי ההמרה והכנסות חוזרות.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צוות וחזון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לבנות את שכבת האינטליגנציה החדשה של עולם החופשות בישראל.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בקשת השקעה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גיוס להאצת פיתוח AI, שיווק, גיוס נכסים והתרחבות לשוק.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234</Words>
  <Application>Microsoft Macintosh PowerPoint</Application>
  <PresentationFormat>‫הצגה על המסך (4:3)</PresentationFormat>
  <Paragraphs>39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Zimmer.club</vt:lpstr>
      <vt:lpstr>הבעיה</vt:lpstr>
      <vt:lpstr>הזדמנות השוק</vt:lpstr>
      <vt:lpstr>הפתרון</vt:lpstr>
      <vt:lpstr>איך זה עובד</vt:lpstr>
      <vt:lpstr>למה עכשיו</vt:lpstr>
      <vt:lpstr>הבידול</vt:lpstr>
      <vt:lpstr>השוואה למתחרים</vt:lpstr>
      <vt:lpstr>מודל עסקי</vt:lpstr>
      <vt:lpstr>Go To Market</vt:lpstr>
      <vt:lpstr>יתרון תחרותי</vt:lpstr>
      <vt:lpstr>Roadmap</vt:lpstr>
      <vt:lpstr>תחזית עסקית</vt:lpstr>
      <vt:lpstr>צוות וחזון</vt:lpstr>
      <vt:lpstr>בקשת השקעה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Zimmer.club</dc:title>
  <dc:subject/>
  <dc:creator/>
  <cp:keywords/>
  <dc:description>generated using python-pptx</dc:description>
  <cp:lastModifiedBy>articana@gmail.com</cp:lastModifiedBy>
  <cp:revision>2</cp:revision>
  <dcterms:created xsi:type="dcterms:W3CDTF">2013-01-27T09:14:16Z</dcterms:created>
  <dcterms:modified xsi:type="dcterms:W3CDTF">2026-06-03T00:42:47Z</dcterms:modified>
  <cp:category/>
</cp:coreProperties>
</file>